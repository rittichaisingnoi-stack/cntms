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229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MANUAL • VENDOR ROLE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คู่มือการใช้งานระบบ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CN Management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ขั้นตอนและแนวทางปฏิบัติงานสำหรับผู้รับเหมาขนส่ง (Vendor)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154680"/>
            <a:ext cx="73152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3832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13223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564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ดูงาน &amp; พิมพ์ใบงาน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82219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พิมพ์ใบขนส่งและใบรับคืน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0" y="33832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13223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4564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บันทึกวันรับจริง-กลับคลัง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382219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คีย์รายใบ หรือ บันทึกพร้อมกัน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33832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13223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564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จัดการผ่าน Excel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382219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Data &amp; Upload ไฟล์เดียว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0" y="33832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13223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4564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ติดตาม KPI ของตัวเอง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382219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วิเคราะห์เวลาทำงาน 3 ช่วง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คลังสินค้า WH08 • บริษัทและทีมงานบริหารการขนส่งสินค้าคืน (Return Goods - RG) • เวอร์ชัน 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ภาพรวมหลักสูตร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สารบัญเนื้อหาการอบรม (Agenda)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3624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62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344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ภาพรวมระบบและบทบาทหน้าที่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581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ความสำคัญของระบบ CN TMS และขั้นตอน Flow งานตั้งแต่ต้นจนจบ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1854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2167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การเข้าสู่ระบบ (Login)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4048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การลงชื่อเข้าใช้งานด้วยสิทธิ์ Vendor และการดูหน้าจอหลัก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0083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2990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หน้าจอ 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2278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ติดตามงานค้าง, สิ่งที่ต้องลงมือ และความคืบหน้าการปิดงาน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8313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3813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เมนู "งานของฉัน" (My Jobs)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050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การค้นหาอัจฉริยะ, กรองสถานะ และการจัดกลุ่มข้อมูล (Group By)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123444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13624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362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1344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การดูงานและพิมพ์ใบงาน (PDF)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1581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เปิดดูรายละเอียดออเดอร์, พิมพ์ใบขนส่ง และใบรับคืนสินค้า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05740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21854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167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 3 รูปแบบ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24048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คีย์รายใบ (Pop-up), อัปเดตพร้อมกัน (Bulk Bar), และจัดการผ่าน Excel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88036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0083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2990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เมนู "KPI" ติดตามประสิทธิภาพ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32278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เกณฑ์เวลาเฉลี่ย 3 ช่วง, วิเคราะห์ข้อมูล และการ Export รายงาน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70332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38313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813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กฎเหล็ก &amp; ข้อควรระวังสำคัญ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0" y="4050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กติกาการลงวันที่, หมวดสินค้า, การปิดงาน และข้อห้ามสำคัญ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1: ภาพรวมระบบ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ภาพรวมระบบ และขั้นตอนการทำงาน (End-to-End Flow)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 CN TMS ออกแบบมาเพื่อบริหารจัดการสินค้าคืน (Return Goods - RG) ตั้งแต่ออเดอร์ถูกสร้างขึ้น จนสินค้าเข้าคลังสำเร็จ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โดยระบบเชื่อมโยง 3 บทบาทหลักเข้าด้วยกันแบบไร้รอยต่อ: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24505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37360"/>
            <a:ext cx="2267712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Supervisor (หัวหน้างาน)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นำเข้าไฟล์ All_RG.xlsx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Auto-assign ให้ Vendor ตามพื้นที่/ร้านค้า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จัดการ User, พื้นที่ และกำกับดูแลภาพรวม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46704" y="1645920"/>
            <a:ext cx="24505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38144" y="1737360"/>
            <a:ext cx="2267712" cy="32004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17373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Vendor (ผู้รับเหมาขนส่ง) 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83864" y="214884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รับมอบหมายงาน และพิมพ์ใบงานขนส่ง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ไปรับสินค้าจริง และนำสินค้ากลับคืนคลัง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บันทึกวันรับ, วันกลับคลัง, หมวด/เหตุผล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ติดตาม KPI การทำงานของตนเอง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61888" y="1645920"/>
            <a:ext cx="24505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3328" y="1737360"/>
            <a:ext cx="2267712" cy="320040"/>
          </a:xfrm>
          <a:prstGeom prst="roundRect">
            <a:avLst>
              <a:gd name="adj" fmla="val 11429"/>
            </a:avLst>
          </a:prstGeom>
          <a:solidFill>
            <a:srgbClr val="FAF5FF"/>
          </a:solidFill>
          <a:ln w="12700">
            <a:solidFill>
              <a:srgbClr val="FAF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17373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GR (ทีมคลังสินค้า WH08)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9048" y="2148840"/>
            <a:ext cx="2176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อัปโหลดไฟล์ ReportRG เมื่อสินค้าเข้าคลัง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ตรวจสอบ Remark กรณีสินค้าไม่สมบูรณ์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ปิดงานออเดอร์ (Completed) เข้าระบบคลัง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7680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6393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วงจรสถานะออเดอร์ (Order Lifecycle):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393192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รอจัดพื้นที่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5740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77440" y="393192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มอบหมายแล้ว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393192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รับสินค้าแล้ว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8348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393192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นำกลับคลังแล้ว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46520" y="39319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393192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93192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ปิดงานสมบูรณ์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4400" y="43891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จุดที่ Vendor รับผิดชอบลงมือ: มอบหมายแล้ว ➔ รับสินค้าแล้ว ➔ นำกลับคลังแล้ว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2: การเข้าสู่ระบบ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การเข้าสู่ระบบ และการนำทางหลัก (Login &amp; Navigation)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ขั้นตอนการเข้าใช้งานระบบ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เปิดเว็บบราวเซอร์ (แนะนำ Google Chrome หรือ Microsoft Edge)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เข้าสู่ URL ระบบที่ได้รับแจ้งจากทีมงาน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กรอก Username (ชื่อผู้ใช้) และ Password (รหัสผ่าน) ของบริษัทตนเอง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กดปุ่ม "เข้าสู่ระบบ"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ระบบจะตรวจสอบสิทธิ์และพาเข้าหน้า Vendor โดยอัตโนมัติ (ไม่ต้องเลือก Role)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ชื่อบริษัทขนส่งของคุณจะปรากฏที่มุมขวาบนของหน้าเว็บ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18872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 โครงสร้าง 3 เมนูหลักของ Vendor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7373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Dashboard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9385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หน้าแรกสรุปภาพรวม: งานค้าง, สิ่งที่ต้องทำทันที, ความคืบหน้าการปิดงาน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63440" y="21762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งานของฉัน (My Jobs)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ศูนย์จัดการออเดอร์: ค้นหา, กรอง, พิมพ์ใบงาน, คีย์วันที่ และส่งไฟล์ Excel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26151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KPI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28163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รายงานประสิทธิภาพ: เช็คค่าเฉลี่ยระยะเวลาทำงาน 3 ช่วง และ Export Excel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80560" y="32918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429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ข้อแนะนำด้านความปลอดภัย (Security Tips)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บัญชีผู้ใช้ผูกกับงานของบริษัทขนส่งท่านเท่านั้น จะไม่เห็นงานของเจ้าอื่น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เมื่อเลิกใช้งาน ให้กดปุ่ม "ออกจากระบบ" (Sign Out) บริเวณมุมขวาบนทุกครั้ง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กรณีลืมรหัสผ่าน ให้ติดต่อแอดมินหรือหัวหน้างาน (Supervisor) เพื่อรีเซ็ต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3: หน้าจอ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หน้าแรก Dashboard — ศูนย์รวมข้อมูลและงานค้าง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25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สวัสดีตอนเช้า, บริษัท ขนส่งตัวอย่าง จำกัด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ภาพรวมงานของคุณ • วันอังคารที่ 22 กันยายน 2569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41732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417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12 งานค้าง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5915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สิ่งที่ต้องลงมือทันที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265176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7249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📥 รอรับสินค้า (8 งาน)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03580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ยังไม่ได้กรอกวันที่รับจริง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รีบอัปเดตเมื่อรับของแล้ว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68680" y="361188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6850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รอนำกลับคลัง (4 งาน)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9959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รับแล้ว รอนำสินค้ากลับ WH08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และลงวันกลับคลังจริง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37560" y="224028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35915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ความคืบหน้าการปิดงาน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697480"/>
            <a:ext cx="2148840" cy="32004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697480"/>
            <a:ext cx="1600200" cy="32004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697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 ปิดงานแล้ว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0" y="3154680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สถานะออเดอร์ทั้งหมด (48 งาน):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ปิดงานแล้ว (เขียว): 36 งาน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รอปิดงานที่คลัง (ส้ม): 4 งาน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อยู่ระหว่างดำเนินการ (แดง): 8 งาน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แนะนำ: เช็คยอดนี้ทุกเช้าเพื่อไม่ให้มีงานค้างตกหล่น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0" y="224028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3591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เวลาเฉลี่ยของคุณ (วัน)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2697480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743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พิมพ์ ➔ รับสินค้า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72200" y="29443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 วัน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3291840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3375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รับ ➔ กลับคลัง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72200" y="35387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2.1 วัน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3886200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9319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รับ ➔ ปิดงาน (เกิน 3 วัน)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72200" y="41330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3.8 วัน ⚠️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4: ค้นหาและคัดกรองงาน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เมนู "งานของฉัน" — การค้นหา คัดกรอง และจัดกลุ่มงาน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7680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618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1. ช่องค้นหาอัจฉริยะ (Smart Multi-Keyword Search)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ค้นหาได้พร้อมกันจากหลายข้อมูล: เลขที่ RG, รหัสร้านค้า (Sold To / Ship To), ชื่อร้านค้า, อำเภอ, จังหวัด, เขต, และเหตุผล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กฎการเว้นวรรค (AND): พิมพ์ "116069 บางปะกง" ➔ ผลลัพธ์ต้องมีทั้งสองคำ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กฎเครื่องหมายจุลภาค (OR): พิมพ์ "บางปะกง, เมืองชลบุรี" ➔ ดึงผลลัพธ์ที่เป็นอำเภอใดอำเภอหนึ่งขึ้นมาพร้อมกัน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517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2. ตัวกรองสถานะ (Status Filter)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ทุกสถานะ: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03120" y="2971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ดูประวัติและงานทั้งหมดในระบบ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32826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มอบหมายแล้ว: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0" y="32826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งานใหม่ที่ต้องพิมพ์ใบงาน &amp; ออกไปรับของ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3593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รับสินค้าแล้ว: 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03120" y="3593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รับของแล้ว อยู่ระหว่างรอนำกลับเข้าคลัง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39044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นำกลับคลังแล้ว: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03120" y="39044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ส่งของคืนคลังแล้ว รอคลัง (GR) ตรวจนับ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42153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ปิดงาน: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03120" y="42153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สินค้าเข้าคลังและปิดเอกสารเรียบร้อย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51460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6517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📂 3. การจัดกลุ่มข้อมูล (Group By)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97180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เลือกจัดกลุ่มรายการเพื่อวางแผนจัดส่งหรือเลือกติ๊กงานเป็นชุดได้ง่าย: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จัดกลุ่มตาม เขต / พื้นที่ (Zone)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จัดกลุ่มตาม อำเภอ / จังหวัด (ช่วยวางแผนเส้นทางเดินรถ)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จัดกลุ่มตาม รหัสร้านค้า (Sold To Code) / ชื่อร้านค้า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จัดกลุ่มตาม วันที่พิมพ์ (RG Date) / วันที่มอบหมาย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ประโยชน์: สามารถคลิก "เลือกทั้งหมดในกลุ่ม" ได้ทันทีในคลิกเดียว!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5: พิมพ์เอกสารใบงาน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การดูรายละเอียดงาน และการพิมพ์ใบงาน (PDF Forms)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เมื่อต้องการดูข้อมูลเชิงลึกของออเดอร์ หรือสั่งพิมพ์เอกสารนำทาง ให้คลิกที่ไอคอน ✏️ (หรือคลิกที่แถวรายการ):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7033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รายละเอียดที่แสดงใน Pop-up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เลขที่ RG (RG Number)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2219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สถานะปัจจุบัน (Status Chip)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5237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เลขอ้างอิง (Reference No.)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8254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ชื่อร้านค้า &amp; รหัส Sold To / Ship To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31272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จำนวนสินค้า (ระบุจำนวนกล่อง และจำนวนชิ้น)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4290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วันที่พิมพ์เอกสาร และวันที่ได้รับมอบหมาย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37307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Remark จากคลังสินค้า (ถ้ามีบันทึกไว้)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40325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QR Code ประจำออเดอร์ (สแกนเพื่ออ่านเลข RG ทันที)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37033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6002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🖨️ ปุ่มสั่งพิมพ์เอกสารทางการ 2 ชนิด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1965960"/>
            <a:ext cx="3337560" cy="1051560"/>
          </a:xfrm>
          <a:prstGeom prst="roundRect">
            <a:avLst>
              <a:gd name="adj" fmla="val 5217"/>
            </a:avLst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57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🖨️ ใบขนส่ง (Transport Form)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30428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ชื่อไฟล์: WH_&lt;เลข RG&gt;.pdf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วัตถุประสงค์: เอกสารใบแจ้งให้คนขับรถนำไปใช้ติดต่อรับสินค้า ณ ร้านค้าปลายทาง ระบุรายการสินค้าและจำนวนอย่างครบถ้วน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92040" y="3154680"/>
            <a:ext cx="3337560" cy="1051560"/>
          </a:xfrm>
          <a:prstGeom prst="roundRect">
            <a:avLst>
              <a:gd name="adj" fmla="val 5217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2461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🖨️ ใบรับคืน (Receipt Form)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4930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ชื่อไฟล์: RG_&lt;เลข RG&gt;.pdf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วัตถุประสงค์: เอกสารแทนใบรับคืนสินค้า ใช้เป็นหลักฐานเซ็นรับมอบสินค้าระหว่างร้านค้า, ขนส่ง และคลังสินค้า WH08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429768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แนะนำ: พิมพ์เอกสารทั้ง 2 ชุดมอบให้พนักงานขับรถก่อนเดินทางไปรับสินค้า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6.1: คีย์ข้อมูลรายใบ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 วิธีที่ 1: กรอกรายใบผ่าน Pop-up Modal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37033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258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การบันทึกวันที่จริง (รายใบ)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เหมาะสำหรับ: งานที่มีการระบุรายละเอียดเฉพาะเจาะจง หรือต้องการแตกแถวหมวดสินค้าหลายรายการ
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วันที่รับสินค้าจริง (Received Date)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32257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กรอกวันที่ที่พนักงานเข้ารับสินค้าจากร้านค้าจริง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⚠️ ห้ามกรอกวันล่วงหน้า (ทำเสร็จแล้วค่อยกรอก)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กดปุ่ม "บันทึกรับ"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วันนำสินค้ากลับคืนคลัง (Returned Date)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09981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กรอกวันที่สินค้าถูกนำมาส่งคืน ณ คลัง WH08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ใส่วันล่วงหน้าได้ (แพลนส่ง) แต่ต้องไม่น้อยกว่าวันที่รับ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กดปุ่ม "บันทึกกลับคลัง"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กรณีงานปิดแล้ว (Completed)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387705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ระบบจะล็อกอัตโนมัติ ไม่สามารถแก้ไขวันที่ได้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37033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32588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การบันทึกหมวด + เหตุผล + จำนวน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645920"/>
            <a:ext cx="33375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ในหน้าต่างเดียวกัน ด้านล่างจะมีตารางจัดการหมวดสินค้า: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กดปุ่ม "＋ เพิ่มแถว" เพื่อเพิ่มรายการหมวด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เลือก หมวด จาก Dropdown: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สินค้าชำรุด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สินค้าหมดอายุ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ลด Stock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อื่นๆ (⚠️ บังคับพิมพ์เหตุผลประกอบเสมอ)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กรอก จำนวนที่รับคืน (ตัวเลขไม่ติดลบ)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ระบุ หน่วย (เลือกจากรายการ เช่น กล่อง, ชิ้น, ลัง, แพ็ค, ถุง หรือพิมพ์เอง)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กดปุ่ม "บันทึกหมวด+เหตุผล" (สามารถเพิ่มได้หลายแถวใน 1 ออเดอร์)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6.2: บันทึกงานเป็นกลุ่ม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 วิธีที่ 2: อัปเดตพร้อมกันหลายใบ (Bulk Action Bar)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เหมาะสำหรับ: ขนส่งออกไปรับสินค้าพร้อมกันหลายร้าน หรือนำสินค้ากลับคืนคลังเป็นล็อตใหญ่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ช่วยประหยัดเวลาอย่างมากโดยไม่ต้องเปิดทีละใบ: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2423160" cy="30175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916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ติ๊กเลือกรายการที่ต้องการ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ติ๊ก Checkbox หน้าแถวออเดอร์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หรือติ๊กช่อง "เลือกทั้งหมด" ที่หัวตาราง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หรือติ๊ก "เลือกทั้งกลุ่ม" กรณีจัดกลุ่มไว้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สามารถเลือกได้ตั้งแต่ 2 ถึงหลายสิบใบพร้อมกัน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37560" y="1554480"/>
            <a:ext cx="2423160" cy="30175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แถบด้านล่างจะเปิดขึ้น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194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หน้าจอจะแสดงแถบ Action Bar สีน้ำเงินที่ขอบล่าง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มีตัวเลขนับจำนวนใบที่เลือก เช่น "เลือก 15 รายการ"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แสดงช่องให้กรอกข้อมูลรวดเดียว: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วันที่รับสินค้า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วันกลับคลัง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หมวด &amp; เหตุผล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จำนวนคืน &amp; หน่วย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155448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69164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กดปุ่ม "💾 บันทึก"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1945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ระบบจะอัปเดตทุกใบที่เลือกพร้อมกันในคลิกเดียว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ช่องที่ไม่ได้กรอกจะไม่ไปทับข้อมูลเดิม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งานที่ปิดแล้วจะถูกข้ามให้อัตโนมัติ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หากพบวันที่ผิดลำดับ ระบบจะแจ้งเตือนรายชื่อใบที่ข้ามให้ทราบทันที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6.3: ทำงานผ่านไฟล์ EXCEL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การบันทึกข้อมูล วิธีที่ 3: จัดการผ่าน Excel (Load &amp; Upload)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7680960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ไฟล์เดียวจบ! รวมทั้ง วันที่รับ / วันกลับคลัง / หมวด / เหตุผล / จำนวนรับคืน / หน่วย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ช่วยให้ขนส่งสามารถดาวน์โหลดข้อมูลออกไปกรอกแบบ Offline ได้ ไม่ต้องคอยกดทีละหน้าบนเว็บ เหมาะกับการสรุปยอดสิ้นวัน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3703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945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⬇️ ขั้นตอนที่ 1: ดาวน์โหลด (Load Data Excel)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ปรับตัวกรองที่หน้าเว็บตามที่ต้องการ (เช่น กรองเฉพาะสถานะ "มอบหมายแล้ว" หรือค้นหาเขตที่ต้องการ)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กดปุ่ม "⬇️ Load Data Excel"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จะได้ไฟล์ชื่อ vendor-template.xlsx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โครงสร้างคอลัมน์ในไฟล์: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ข้อมูลเดิม: เลข RG, ร้านค้า, จำนวนกล่อง/ชิ้น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ช่องที่ต้องกรอก: วันที่รับสินค้า (dd/mm/yyyy), วันที่กลับคลัง (dd/mm/yyyy), หมวด, เหตุผล, จำนวนที่รับคืน, หน่วย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1 ออเดอร์สามารถแตกได้หลายแถวตามจำนวนหมวด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2057400"/>
            <a:ext cx="3703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1945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⬆️ ขั้นตอนที่ 2: อัปโหลด (Upload Data)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51460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กรอกข้อมูลเสร็จแล้ว ให้บันทึกไฟล์ Excel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กลับมาที่หน้า "งานของฉัน" คลิก "Choose File" แล้วเลือกไฟล์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กดปุ่ม "⬆️ Upload วันที่ + หมวด/เหตุผล/จำนวน"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ระบบจะทำการตรวจสอบความถูกต้อง: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✓ บันทึกสำเร็จกี่รายการ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✓ แจ้งเตือนหากมีงานที่ปิดแล้ว (ห้ามแก้)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✓ แจ้งเตือนหากมีวันที่ผิดลำดับ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✓ แจ้งเตือนหากไม่ใช่งานของตนเอง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7: การติดตาม KPI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เมนู "KPI" — การติดตามประสิทธิภาพและเวลาเฉลี่ย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 CN TMS มีระบบประเมินตัวชี้วัดประสิทธิภาพ (KPI) อัตโนมัติ โดยวัดระยะเวลาเฉลี่ย (หน่วย: วัน) ยิ่งน้อยยิ่งดี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หากค่าเฉลี่ยเกินเกณฑ์ (เช่น เกิน 3 วัน) ตัวเลขจะเปลี่ยนเป็นสีแดงเตือนทันที: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4505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190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ช่วงที่ 1️⃣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วันที่พิมพ์ ➔ รับสินค้า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1762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ความเร็วในการเข้ารับงาน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" y="2423160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นับตั้งแต่วันที่คลังสร้างเอกสาร จนถึงวันที่ขนส่งไปรับสินค้าจากร้านค้าจริง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เกณฑ์ปกติ: ≤ 3 วัน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ปัจจัย: ความพร้อมของรถขนส่งและการวางแผนคิว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346704" y="1600200"/>
            <a:ext cx="24505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17190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ช่วงที่ 2️⃣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83864" y="192024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รับสินค้า ➔ นำกลับคลัง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83864" y="21762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ระยะเวลาดำเนินการขนส่ง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83864" y="2423160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นับตั้งแต่วันที่รับสินค้า จนถึงวันที่นำสินค้ากลับมาถึงคลัง WH08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เกณฑ์ปกติ: ≤ 3 วัน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ปัจจัย: ระยะทางและการบริหารรอบรถขนส่ง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961888" y="1600200"/>
            <a:ext cx="24505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17190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ช่วงที่ 3️⃣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99048" y="192024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รับสินค้า ➔ ปิดงาน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99048" y="21762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รวมจนจบกระบวนการ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99048" y="2423160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นับตั้งแต่วันที่รับสินค้า จนถึงวันที่ทีมคลังสินค้า (GR) อัปโหลดเอกสารปิดงาน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เกณฑ์ปกติ: ≤ 3 วัน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ปัจจัย: ความถูกต้องของสินค้าและการเคลียร์ Remark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731520" y="365760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49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ฟังก์ชันวิเคราะห์และดาวน์โหลดรายงาน (Drill-down &amp; Export)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0050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เลือกช่วงวันที่: กำหนด "ตั้งแต่วันที่พิมพ์" ถึง "ถึงวันที่พิมพ์" แล้วกด "ค้นหา"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เจาะดูรายออเดอร์: คลิกที่แถวสรุปของตนเอง ระบบจะแสดงตารางรายละเอียดออเดอร์ทุกใบพร้อมระยะเวลาของแต่ละใบ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ส่งออกรายงาน: กด "⬇️ Export สรุป" หรือ "⬇️ Export รายออเดอร์" เพื่อนำข้อมูลเป็น Excel ไปใช้วิเคราะห์ต่อ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บทที่ 8: กฎระเบียบและข้อควรระวัง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กฎเหล็กและข้อควรระวังสำคัญ (Ironclad Rules &amp; FAQ)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32588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25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กฎที่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8308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วันที่รับสินค้าจริง: "ทำเสร็จแล้วค่อยกรอก"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171907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ระบบจะไม่อนุญาตให้กรอกวันที่รับสินค้าล่วงหน้าเด็ดขาด (Max Date = วันนี้) ต้องไปรับของจริงก่อน จึงกลับมาคีย์ข้อมูล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2588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25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กฎที่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1500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วันกลับคลัง ต้องไม่น้อยกว่า วันที่รับสินค้า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171907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วันนำสินค้ากลับคืนคลัง (WH08) สามารถใส่วันล่วงหน้าได้ (แผนส่งของ) แต่ต้องมีค่ามากกว่าหรือเท่ากับวันที่รับสินค้าเสมอ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29718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971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กฎที่ 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8308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หมวด "อื่นๆ" บังคับกรอกเหตุผลเสมอ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336499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หากเลือกหมวดเป็น "อื่นๆ" ระบบจะบังคับให้พิมพ์เหตุผลประกอบทุกครั้ง หากไม่พิมพ์จะไม่สามารถกดบันทึกได้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7180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71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กฎที่ 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1500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งานที่ปิดแล้ว (Completed) แก้ไขวันที่ไม่ได้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36499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เมื่อทีมคลัง (GR) นำสินค้าเข้าระบบและปิดงานแล้ว สถานะจะถูกล็อกทันที หากต้องการแก้ไขต้องแจ้ง Supervisor เท่านั้น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" y="4526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หากคลังแจ้งว่ามี Remark ค้างอยู่ ทำอย่างไร? ➔ ตรวจสอบสินค้า หากมีปัญหาประสานงานกับทีมคลัง WH08 เพื่อเคลียร์ของและปิดงาน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บทสรุป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303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สรุปแนวทางปฏิบัติรายวัน และช่องทางติดต่อ (Checklist &amp; Support)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ระบบบริหารจัดการ Order CN (CN TMS) • เฉพาะสำหรับผู้รับเหมาขนส่ง (Vendor)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43891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25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Daily Checklist สำหรับพนักงานและผู้ควบคุม Vendor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ช่วงเช้า (08:00 - 09:00)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ล็อกอินเข้า Dashboard ดูจำนวนงานค้าง (รอรับ / รอนำกลับ)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ไปที่ "งานของฉัน" กรองสถานะ "มอบหมายแล้ว"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จัดกลุ่มตามเขต/อำเภอ วางแผนคิวรถ แล้วพิมพ์ใบขนส่ง + ใบรับคืน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914400" y="25877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ระหว่างวัน (ปฏิบัติงานจริง)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79806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รถขนส่งเข้ารับสินค้าจริง ตรวจนับจำนวนกล่อง/ชิ้น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นำสินค้ากลับมาส่งคืน ณ คลังสินค้า WH08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914400" y="34838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ช่วงเย็น (16:00 - 18:00)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69417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เข้าเมนู "งานของฉัน" คีย์วันที่รับจริง และวันกลับคลัง (คีย์รายใบ/หลายใบ/Excel)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บันทึกหมวดและเหตุผลการรับคืนให้ครบถ้วน</a:t>
            </a:r>
            <a:endParaRPr lang="en-US" sz="82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ตรวจสอบหน้า Dashboard เพื่อให้มั่นใจว่า "ไม่มีงานค้าง 🎉"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394960" y="1188720"/>
            <a:ext cx="3017520" cy="3429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325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ช่องทางติดต่อประสานงาน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169164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คลังสินค้า WH08 (Goods Receipt)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ติดต่อสอบถามการรับมอบสินค้าและ Remark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ทีมประสานงานระบบ (Supervisor/Admin)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แจ้งปัญหาการใช้งานระบบ, เพิ่มผู้ใช้ หรือรีเซ็ตรหัสผ่าน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เวลาทำการประสานงาน: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จันทร์ - เสาร์: 08:00 - 17:00 น.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กลุ่ม Line ประสานงานขนส่ง CN TMS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365760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657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ขอบคุณผู้ร่วมงานทุกท่าน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CN Management System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Order CN Management System (WH08)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คู่มือการใช้งานระบบ Order CN Management System (CN TMS) - สำหรับผู้รับเหมาขนส่ง (Vendor)</dc:title>
  <dc:subject>PptxGenJS Presentation</dc:subject>
  <dc:creator>CN TMS Team</dc:creator>
  <cp:lastModifiedBy>CN TMS Team</cp:lastModifiedBy>
  <cp:revision>1</cp:revision>
  <dcterms:created xsi:type="dcterms:W3CDTF">2026-09-22T10:15:53Z</dcterms:created>
  <dcterms:modified xsi:type="dcterms:W3CDTF">2026-09-22T10:15:53Z</dcterms:modified>
</cp:coreProperties>
</file>